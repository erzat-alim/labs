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  <p:sldMasterId id="2147483711" r:id="rId2"/>
  </p:sldMasterIdLst>
  <p:notesMasterIdLst>
    <p:notesMasterId r:id="rId7"/>
  </p:notesMasterIdLst>
  <p:sldIdLst>
    <p:sldId id="485" r:id="rId3"/>
    <p:sldId id="660" r:id="rId4"/>
    <p:sldId id="715" r:id="rId5"/>
    <p:sldId id="661" r:id="rId6"/>
  </p:sldIdLst>
  <p:sldSz cx="12192000" cy="6858000"/>
  <p:notesSz cx="6797675" cy="9928225"/>
  <p:embeddedFontLst>
    <p:embeddedFont>
      <p:font typeface="TT Norms Pro ExtraBold" panose="02000503030000020004" charset="0"/>
      <p:bold r:id="rId8"/>
      <p:boldItalic r:id="rId9"/>
    </p:embeddedFont>
    <p:embeddedFont>
      <p:font typeface="TT Norms Pro Light" panose="02000503020000020003" charset="0"/>
      <p:regular r:id="rId10"/>
      <p:italic r:id="rId11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ещук Татьяна Павловна" initials="ЛТП" lastIdx="51" clrIdx="0">
    <p:extLst>
      <p:ext uri="{19B8F6BF-5375-455C-9EA6-DF929625EA0E}">
        <p15:presenceInfo xmlns:p15="http://schemas.microsoft.com/office/powerpoint/2012/main" userId="S-1-5-21-2542494797-2759003736-1566031932-6944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DFFF"/>
    <a:srgbClr val="360556"/>
    <a:srgbClr val="FFF1C7"/>
    <a:srgbClr val="C7EED9"/>
    <a:srgbClr val="DAF7F4"/>
    <a:srgbClr val="FCE8DB"/>
    <a:srgbClr val="FEDACA"/>
    <a:srgbClr val="B4C7E7"/>
    <a:srgbClr val="7DCD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Средний стиль 4 —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Светлый стиль 3 — акцент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61" autoAdjust="0"/>
    <p:restoredTop sz="93372" autoAdjust="0"/>
  </p:normalViewPr>
  <p:slideViewPr>
    <p:cSldViewPr snapToGrid="0">
      <p:cViewPr varScale="1">
        <p:scale>
          <a:sx n="55" d="100"/>
          <a:sy n="55" d="100"/>
        </p:scale>
        <p:origin x="10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4767E9-E000-4F0C-9208-10225D2495A0}" type="datetimeFigureOut">
              <a:rPr lang="ru-RU" smtClean="0"/>
              <a:t>24.10.2025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77552"/>
            <a:ext cx="5438775" cy="3909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1258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688" y="9431258"/>
            <a:ext cx="2946400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F3C8C4-AC90-4118-94BF-F90AB64BCB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171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F3C8C4-AC90-4118-94BF-F90AB64BCB2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578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F3C8C4-AC90-4118-94BF-F90AB64BCB2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8281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D428C-5B90-45F9-A945-158E2DE82E7A}" type="datetime1">
              <a:rPr lang="ru-RU" smtClean="0"/>
              <a:t>24.10.2025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1006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6FB91-E706-4BD9-B12F-116FBCCF8354}" type="datetime1">
              <a:rPr lang="ru-RU" smtClean="0"/>
              <a:t>24.10.2025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Группа 6"/>
          <p:cNvGrpSpPr/>
          <p:nvPr userDrawn="1"/>
        </p:nvGrpSpPr>
        <p:grpSpPr>
          <a:xfrm>
            <a:off x="11163719" y="862305"/>
            <a:ext cx="190080" cy="192850"/>
            <a:chOff x="-451447" y="-989347"/>
            <a:chExt cx="544513" cy="552450"/>
          </a:xfrm>
        </p:grpSpPr>
        <p:sp>
          <p:nvSpPr>
            <p:cNvPr id="8" name="Freeform 23"/>
            <p:cNvSpPr>
              <a:spLocks/>
            </p:cNvSpPr>
            <p:nvPr/>
          </p:nvSpPr>
          <p:spPr bwMode="auto">
            <a:xfrm>
              <a:off x="-287934" y="-878222"/>
              <a:ext cx="161925" cy="330200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solidFill>
              <a:srgbClr val="FF0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  <p:sp>
          <p:nvSpPr>
            <p:cNvPr id="9" name="Freeform 24"/>
            <p:cNvSpPr>
              <a:spLocks noEditPoints="1"/>
            </p:cNvSpPr>
            <p:nvPr/>
          </p:nvSpPr>
          <p:spPr bwMode="auto">
            <a:xfrm>
              <a:off x="-451447" y="-989347"/>
              <a:ext cx="544513" cy="552450"/>
            </a:xfrm>
            <a:custGeom>
              <a:avLst/>
              <a:gdLst>
                <a:gd name="T0" fmla="*/ 0 w 343"/>
                <a:gd name="T1" fmla="*/ 0 h 348"/>
                <a:gd name="T2" fmla="*/ 0 w 343"/>
                <a:gd name="T3" fmla="*/ 348 h 348"/>
                <a:gd name="T4" fmla="*/ 343 w 343"/>
                <a:gd name="T5" fmla="*/ 348 h 348"/>
                <a:gd name="T6" fmla="*/ 343 w 343"/>
                <a:gd name="T7" fmla="*/ 0 h 348"/>
                <a:gd name="T8" fmla="*/ 0 w 343"/>
                <a:gd name="T9" fmla="*/ 0 h 348"/>
                <a:gd name="T10" fmla="*/ 296 w 343"/>
                <a:gd name="T11" fmla="*/ 299 h 348"/>
                <a:gd name="T12" fmla="*/ 48 w 343"/>
                <a:gd name="T13" fmla="*/ 299 h 348"/>
                <a:gd name="T14" fmla="*/ 48 w 343"/>
                <a:gd name="T15" fmla="*/ 50 h 348"/>
                <a:gd name="T16" fmla="*/ 296 w 343"/>
                <a:gd name="T17" fmla="*/ 50 h 348"/>
                <a:gd name="T18" fmla="*/ 296 w 343"/>
                <a:gd name="T19" fmla="*/ 299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3" h="348">
                  <a:moveTo>
                    <a:pt x="0" y="0"/>
                  </a:moveTo>
                  <a:lnTo>
                    <a:pt x="0" y="348"/>
                  </a:lnTo>
                  <a:lnTo>
                    <a:pt x="343" y="348"/>
                  </a:lnTo>
                  <a:lnTo>
                    <a:pt x="343" y="0"/>
                  </a:lnTo>
                  <a:lnTo>
                    <a:pt x="0" y="0"/>
                  </a:lnTo>
                  <a:close/>
                  <a:moveTo>
                    <a:pt x="296" y="299"/>
                  </a:moveTo>
                  <a:lnTo>
                    <a:pt x="48" y="299"/>
                  </a:lnTo>
                  <a:lnTo>
                    <a:pt x="48" y="50"/>
                  </a:lnTo>
                  <a:lnTo>
                    <a:pt x="296" y="50"/>
                  </a:lnTo>
                  <a:lnTo>
                    <a:pt x="296" y="299"/>
                  </a:lnTo>
                  <a:close/>
                </a:path>
              </a:pathLst>
            </a:custGeom>
            <a:solidFill>
              <a:srgbClr val="FF0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362384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B425-FE6F-4D15-8576-B35B00A2065D}" type="datetime1">
              <a:rPr lang="ru-RU" smtClean="0"/>
              <a:t>24.10.2025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4248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674B-3585-4D94-9C76-0D2DC9982B6A}" type="datetime1">
              <a:rPr lang="ru-RU" smtClean="0"/>
              <a:t>24.10.2025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6237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BA6EE-173E-443C-96B3-B574B775DF73}" type="datetime1">
              <a:rPr lang="ru-RU" smtClean="0"/>
              <a:t>24.10.2025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660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solidFill>
          <a:srgbClr val="D6E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B474-C15D-412E-8C80-D83112B1B174}" type="datetime1">
              <a:rPr lang="ru-RU" smtClean="0"/>
              <a:t>24.10.2025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4968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3CBF6-158C-48FB-806F-A6E2177D1014}" type="datetime1">
              <a:rPr lang="ru-RU" smtClean="0"/>
              <a:t>24.10.2025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5525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AFEA-E44B-4C2B-858A-92988A33543C}" type="datetime1">
              <a:rPr lang="ru-RU" smtClean="0"/>
              <a:t>24.10.2025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4478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1086-F153-438C-8F5D-1F8537A7D5E9}" type="datetime1">
              <a:rPr lang="ru-RU" smtClean="0"/>
              <a:t>24.10.2025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44549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F29C4-CE42-4D97-A7B6-FF91040E1EA6}" type="datetime1">
              <a:rPr lang="ru-RU" smtClean="0"/>
              <a:t>24.10.2025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5651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B9969-B3B6-45E6-B7FB-2C4C056501C9}" type="datetime1">
              <a:rPr lang="ru-RU" smtClean="0"/>
              <a:t>24.10.2025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595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D428C-5B90-45F9-A945-158E2DE82E7A}" type="datetime1">
              <a:rPr lang="ru-RU" smtClean="0"/>
              <a:t>24.10.2025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76863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6FB91-E706-4BD9-B12F-116FBCCF8354}" type="datetime1">
              <a:rPr lang="ru-RU" smtClean="0"/>
              <a:t>24.10.2025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Группа 6"/>
          <p:cNvGrpSpPr/>
          <p:nvPr userDrawn="1"/>
        </p:nvGrpSpPr>
        <p:grpSpPr>
          <a:xfrm>
            <a:off x="1055688" y="6011247"/>
            <a:ext cx="190080" cy="192850"/>
            <a:chOff x="-451447" y="-989347"/>
            <a:chExt cx="544513" cy="552450"/>
          </a:xfrm>
        </p:grpSpPr>
        <p:sp>
          <p:nvSpPr>
            <p:cNvPr id="8" name="Freeform 23"/>
            <p:cNvSpPr>
              <a:spLocks/>
            </p:cNvSpPr>
            <p:nvPr/>
          </p:nvSpPr>
          <p:spPr bwMode="auto">
            <a:xfrm>
              <a:off x="-287934" y="-878222"/>
              <a:ext cx="161925" cy="330200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solidFill>
              <a:srgbClr val="FF0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  <p:sp>
          <p:nvSpPr>
            <p:cNvPr id="9" name="Freeform 24"/>
            <p:cNvSpPr>
              <a:spLocks noEditPoints="1"/>
            </p:cNvSpPr>
            <p:nvPr/>
          </p:nvSpPr>
          <p:spPr bwMode="auto">
            <a:xfrm>
              <a:off x="-451447" y="-989347"/>
              <a:ext cx="544513" cy="552450"/>
            </a:xfrm>
            <a:custGeom>
              <a:avLst/>
              <a:gdLst>
                <a:gd name="T0" fmla="*/ 0 w 343"/>
                <a:gd name="T1" fmla="*/ 0 h 348"/>
                <a:gd name="T2" fmla="*/ 0 w 343"/>
                <a:gd name="T3" fmla="*/ 348 h 348"/>
                <a:gd name="T4" fmla="*/ 343 w 343"/>
                <a:gd name="T5" fmla="*/ 348 h 348"/>
                <a:gd name="T6" fmla="*/ 343 w 343"/>
                <a:gd name="T7" fmla="*/ 0 h 348"/>
                <a:gd name="T8" fmla="*/ 0 w 343"/>
                <a:gd name="T9" fmla="*/ 0 h 348"/>
                <a:gd name="T10" fmla="*/ 296 w 343"/>
                <a:gd name="T11" fmla="*/ 299 h 348"/>
                <a:gd name="T12" fmla="*/ 48 w 343"/>
                <a:gd name="T13" fmla="*/ 299 h 348"/>
                <a:gd name="T14" fmla="*/ 48 w 343"/>
                <a:gd name="T15" fmla="*/ 50 h 348"/>
                <a:gd name="T16" fmla="*/ 296 w 343"/>
                <a:gd name="T17" fmla="*/ 50 h 348"/>
                <a:gd name="T18" fmla="*/ 296 w 343"/>
                <a:gd name="T19" fmla="*/ 299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43" h="348">
                  <a:moveTo>
                    <a:pt x="0" y="0"/>
                  </a:moveTo>
                  <a:lnTo>
                    <a:pt x="0" y="348"/>
                  </a:lnTo>
                  <a:lnTo>
                    <a:pt x="343" y="348"/>
                  </a:lnTo>
                  <a:lnTo>
                    <a:pt x="343" y="0"/>
                  </a:lnTo>
                  <a:lnTo>
                    <a:pt x="0" y="0"/>
                  </a:lnTo>
                  <a:close/>
                  <a:moveTo>
                    <a:pt x="296" y="299"/>
                  </a:moveTo>
                  <a:lnTo>
                    <a:pt x="48" y="299"/>
                  </a:lnTo>
                  <a:lnTo>
                    <a:pt x="48" y="50"/>
                  </a:lnTo>
                  <a:lnTo>
                    <a:pt x="296" y="50"/>
                  </a:lnTo>
                  <a:lnTo>
                    <a:pt x="296" y="299"/>
                  </a:lnTo>
                  <a:close/>
                </a:path>
              </a:pathLst>
            </a:custGeom>
            <a:solidFill>
              <a:srgbClr val="FF004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ru-RU" dirty="0"/>
            </a:p>
          </p:txBody>
        </p:sp>
      </p:grpSp>
    </p:spTree>
    <p:extLst>
      <p:ext uri="{BB962C8B-B14F-4D97-AF65-F5344CB8AC3E}">
        <p14:creationId xmlns:p14="http://schemas.microsoft.com/office/powerpoint/2010/main" val="40078770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ECB425-FE6F-4D15-8576-B35B00A2065D}" type="datetime1">
              <a:rPr lang="ru-RU" smtClean="0"/>
              <a:t>24.10.2025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2249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674B-3585-4D94-9C76-0D2DC9982B6A}" type="datetime1">
              <a:rPr lang="ru-RU" smtClean="0"/>
              <a:t>24.10.2025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5837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9BA6EE-173E-443C-96B3-B574B775DF73}" type="datetime1">
              <a:rPr lang="ru-RU" smtClean="0"/>
              <a:t>24.10.2025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7862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Pr>
        <a:solidFill>
          <a:srgbClr val="D6E0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8DB474-C15D-412E-8C80-D83112B1B174}" type="datetime1">
              <a:rPr lang="ru-RU" smtClean="0"/>
              <a:t>24.10.2025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3755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D3CBF6-158C-48FB-806F-A6E2177D1014}" type="datetime1">
              <a:rPr lang="ru-RU" smtClean="0"/>
              <a:t>24.10.2025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97453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72AFEA-E44B-4C2B-858A-92988A33543C}" type="datetime1">
              <a:rPr lang="ru-RU" smtClean="0"/>
              <a:t>24.10.2025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16947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4B1086-F153-438C-8F5D-1F8537A7D5E9}" type="datetime1">
              <a:rPr lang="ru-RU" smtClean="0"/>
              <a:t>24.10.2025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619400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F29C4-CE42-4D97-A7B6-FF91040E1EA6}" type="datetime1">
              <a:rPr lang="ru-RU" smtClean="0"/>
              <a:t>24.10.2025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84910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B9969-B3B6-45E6-B7FB-2C4C056501C9}" type="datetime1">
              <a:rPr lang="ru-RU" smtClean="0"/>
              <a:t>24.10.2025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FE2C09-18A1-421A-BEE4-20C50356DAE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1575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/>
          <p:cNvSpPr/>
          <p:nvPr userDrawn="1"/>
        </p:nvSpPr>
        <p:spPr>
          <a:xfrm>
            <a:off x="5385471" y="-970613"/>
            <a:ext cx="5548418" cy="74687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 userDrawn="1"/>
        </p:nvSpPr>
        <p:spPr>
          <a:xfrm>
            <a:off x="515938" y="512763"/>
            <a:ext cx="11160125" cy="5832475"/>
          </a:xfrm>
          <a:prstGeom prst="roundRect">
            <a:avLst>
              <a:gd name="adj" fmla="val 26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54592" y="723481"/>
            <a:ext cx="10399207" cy="11926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54592" y="2126831"/>
            <a:ext cx="10399208" cy="4050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027AB-0B04-4BC3-BB34-C6807EEDDF1F}" type="datetime1">
              <a:rPr lang="ru-RU" smtClean="0"/>
              <a:t>24.10.2025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2637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3421C-9018-4E3E-9D8F-FCD3D63525D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 flipH="1">
            <a:off x="7919694" y="-633850"/>
            <a:ext cx="353804" cy="342021"/>
          </a:xfrm>
          <a:prstGeom prst="rect">
            <a:avLst/>
          </a:prstGeom>
          <a:solidFill>
            <a:srgbClr val="DAF7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 flipH="1">
            <a:off x="6109451" y="-633850"/>
            <a:ext cx="340159" cy="342021"/>
          </a:xfrm>
          <a:prstGeom prst="rect">
            <a:avLst/>
          </a:prstGeom>
          <a:solidFill>
            <a:srgbClr val="ACD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 flipH="1">
            <a:off x="6719760" y="-633639"/>
            <a:ext cx="332794" cy="342021"/>
          </a:xfrm>
          <a:prstGeom prst="rect">
            <a:avLst/>
          </a:prstGeom>
          <a:solidFill>
            <a:srgbClr val="D6C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 flipH="1">
            <a:off x="8594188" y="-633640"/>
            <a:ext cx="332794" cy="342021"/>
          </a:xfrm>
          <a:prstGeom prst="rect">
            <a:avLst/>
          </a:prstGeom>
          <a:solidFill>
            <a:srgbClr val="DFF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 flipH="1">
            <a:off x="9219422" y="-633850"/>
            <a:ext cx="332794" cy="342021"/>
          </a:xfrm>
          <a:prstGeom prst="rect">
            <a:avLst/>
          </a:prstGeom>
          <a:solidFill>
            <a:srgbClr val="FCE8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 flipH="1">
            <a:off x="7350328" y="-633850"/>
            <a:ext cx="332794" cy="342021"/>
          </a:xfrm>
          <a:prstGeom prst="rect">
            <a:avLst/>
          </a:prstGeom>
          <a:solidFill>
            <a:srgbClr val="C7E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 flipH="1">
            <a:off x="5496151" y="-633850"/>
            <a:ext cx="332794" cy="342021"/>
          </a:xfrm>
          <a:prstGeom prst="rect">
            <a:avLst/>
          </a:prstGeom>
          <a:solidFill>
            <a:srgbClr val="D6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 flipH="1">
            <a:off x="9857157" y="-633851"/>
            <a:ext cx="332794" cy="342021"/>
          </a:xfrm>
          <a:prstGeom prst="rect">
            <a:avLst/>
          </a:prstGeom>
          <a:solidFill>
            <a:srgbClr val="FFF1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 flipH="1">
            <a:off x="10475783" y="-633851"/>
            <a:ext cx="332794" cy="342021"/>
          </a:xfrm>
          <a:prstGeom prst="rect">
            <a:avLst/>
          </a:prstGeom>
          <a:solidFill>
            <a:srgbClr val="FFD6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 userDrawn="1"/>
        </p:nvSpPr>
        <p:spPr>
          <a:xfrm>
            <a:off x="5385471" y="-940626"/>
            <a:ext cx="1788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возможные</a:t>
            </a:r>
            <a:r>
              <a:rPr lang="ru-RU" sz="1200" baseline="0" dirty="0">
                <a:solidFill>
                  <a:schemeClr val="bg1">
                    <a:lumMod val="50000"/>
                  </a:schemeClr>
                </a:solidFill>
              </a:rPr>
              <a:t> цвета глав</a:t>
            </a:r>
            <a:endParaRPr lang="ru-RU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90726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 dirty="0">
          <a:solidFill>
            <a:srgbClr val="11253D"/>
          </a:solidFill>
          <a:latin typeface="TT Norms Pro ExtraBold" panose="0200050303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99" userDrawn="1">
          <p15:clr>
            <a:srgbClr val="F26B43"/>
          </p15:clr>
        </p15:guide>
        <p15:guide id="2" orient="horz" pos="1207" userDrawn="1">
          <p15:clr>
            <a:srgbClr val="F26B43"/>
          </p15:clr>
        </p15:guide>
        <p15:guide id="3" pos="665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/>
          <p:cNvSpPr/>
          <p:nvPr userDrawn="1"/>
        </p:nvSpPr>
        <p:spPr>
          <a:xfrm>
            <a:off x="5385471" y="-970613"/>
            <a:ext cx="5548418" cy="746878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кругленный прямоугольник 6"/>
          <p:cNvSpPr/>
          <p:nvPr userDrawn="1"/>
        </p:nvSpPr>
        <p:spPr>
          <a:xfrm>
            <a:off x="515938" y="512763"/>
            <a:ext cx="11160125" cy="5832475"/>
          </a:xfrm>
          <a:prstGeom prst="roundRect">
            <a:avLst>
              <a:gd name="adj" fmla="val 268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54592" y="723481"/>
            <a:ext cx="10399207" cy="11926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954592" y="2126831"/>
            <a:ext cx="10399208" cy="4050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027AB-0B04-4BC3-BB34-C6807EEDDF1F}" type="datetime1">
              <a:rPr lang="ru-RU" smtClean="0"/>
              <a:t>24.10.2025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26374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3421C-9018-4E3E-9D8F-FCD3D63525D7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Прямоугольник 7"/>
          <p:cNvSpPr/>
          <p:nvPr userDrawn="1"/>
        </p:nvSpPr>
        <p:spPr>
          <a:xfrm flipH="1">
            <a:off x="7919694" y="-633850"/>
            <a:ext cx="353804" cy="342021"/>
          </a:xfrm>
          <a:prstGeom prst="rect">
            <a:avLst/>
          </a:prstGeom>
          <a:solidFill>
            <a:srgbClr val="DAF7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 flipH="1">
            <a:off x="6109451" y="-633850"/>
            <a:ext cx="340159" cy="342021"/>
          </a:xfrm>
          <a:prstGeom prst="rect">
            <a:avLst/>
          </a:prstGeom>
          <a:solidFill>
            <a:srgbClr val="ACD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latin typeface="Arial" panose="020B0604020202020204" pitchFamily="34" charset="0"/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 flipH="1">
            <a:off x="6719760" y="-633639"/>
            <a:ext cx="332794" cy="342021"/>
          </a:xfrm>
          <a:prstGeom prst="rect">
            <a:avLst/>
          </a:prstGeom>
          <a:solidFill>
            <a:srgbClr val="D6C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 flipH="1">
            <a:off x="8594188" y="-633640"/>
            <a:ext cx="332794" cy="342021"/>
          </a:xfrm>
          <a:prstGeom prst="rect">
            <a:avLst/>
          </a:prstGeom>
          <a:solidFill>
            <a:srgbClr val="DFF1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 flipH="1">
            <a:off x="9219422" y="-633850"/>
            <a:ext cx="332794" cy="342021"/>
          </a:xfrm>
          <a:prstGeom prst="rect">
            <a:avLst/>
          </a:prstGeom>
          <a:solidFill>
            <a:srgbClr val="FCE8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 flipH="1">
            <a:off x="7350328" y="-633850"/>
            <a:ext cx="332794" cy="342021"/>
          </a:xfrm>
          <a:prstGeom prst="rect">
            <a:avLst/>
          </a:prstGeom>
          <a:solidFill>
            <a:srgbClr val="C7EE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 flipH="1">
            <a:off x="5496151" y="-633850"/>
            <a:ext cx="332794" cy="342021"/>
          </a:xfrm>
          <a:prstGeom prst="rect">
            <a:avLst/>
          </a:prstGeom>
          <a:solidFill>
            <a:srgbClr val="D6E0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 flipH="1">
            <a:off x="9857157" y="-633851"/>
            <a:ext cx="332794" cy="342021"/>
          </a:xfrm>
          <a:prstGeom prst="rect">
            <a:avLst/>
          </a:prstGeom>
          <a:solidFill>
            <a:srgbClr val="FFF1C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 flipH="1">
            <a:off x="10475783" y="-633851"/>
            <a:ext cx="332794" cy="342021"/>
          </a:xfrm>
          <a:prstGeom prst="rect">
            <a:avLst/>
          </a:prstGeom>
          <a:solidFill>
            <a:srgbClr val="FFD6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 userDrawn="1"/>
        </p:nvSpPr>
        <p:spPr>
          <a:xfrm>
            <a:off x="5385471" y="-940626"/>
            <a:ext cx="17881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200" dirty="0">
                <a:solidFill>
                  <a:schemeClr val="bg1">
                    <a:lumMod val="50000"/>
                  </a:schemeClr>
                </a:solidFill>
              </a:rPr>
              <a:t>возможные</a:t>
            </a:r>
            <a:r>
              <a:rPr lang="ru-RU" sz="1200" baseline="0" dirty="0">
                <a:solidFill>
                  <a:schemeClr val="bg1">
                    <a:lumMod val="50000"/>
                  </a:schemeClr>
                </a:solidFill>
              </a:rPr>
              <a:t> цвета глав</a:t>
            </a:r>
            <a:endParaRPr lang="ru-RU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464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ru-RU" sz="4400" kern="1200" dirty="0">
          <a:solidFill>
            <a:srgbClr val="11253D"/>
          </a:solidFill>
          <a:latin typeface="TT Norms Pro ExtraBold" panose="02000503030000020004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 smtClean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2400" kern="1200" dirty="0">
          <a:solidFill>
            <a:srgbClr val="11253D"/>
          </a:solidFill>
          <a:latin typeface="TT Norms Pro Light" panose="02000503020000020003" pitchFamily="2" charset="0"/>
          <a:ea typeface="+mj-ea"/>
          <a:cs typeface="Gotham Pro Light" panose="02000503030000020004" pitchFamily="50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99">
          <p15:clr>
            <a:srgbClr val="F26B43"/>
          </p15:clr>
        </p15:guide>
        <p15:guide id="2" orient="horz" pos="1207">
          <p15:clr>
            <a:srgbClr val="F26B43"/>
          </p15:clr>
        </p15:guide>
        <p15:guide id="3" pos="665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  <a:alpha val="8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Freeform 23"/>
          <p:cNvSpPr>
            <a:spLocks/>
          </p:cNvSpPr>
          <p:nvPr/>
        </p:nvSpPr>
        <p:spPr bwMode="auto">
          <a:xfrm>
            <a:off x="7215347" y="-1662457"/>
            <a:ext cx="5525175" cy="10519261"/>
          </a:xfrm>
          <a:custGeom>
            <a:avLst/>
            <a:gdLst>
              <a:gd name="T0" fmla="*/ 102 w 102"/>
              <a:gd name="T1" fmla="*/ 140 h 208"/>
              <a:gd name="T2" fmla="*/ 69 w 102"/>
              <a:gd name="T3" fmla="*/ 104 h 208"/>
              <a:gd name="T4" fmla="*/ 102 w 102"/>
              <a:gd name="T5" fmla="*/ 70 h 208"/>
              <a:gd name="T6" fmla="*/ 102 w 102"/>
              <a:gd name="T7" fmla="*/ 0 h 208"/>
              <a:gd name="T8" fmla="*/ 0 w 102"/>
              <a:gd name="T9" fmla="*/ 104 h 208"/>
              <a:gd name="T10" fmla="*/ 102 w 102"/>
              <a:gd name="T11" fmla="*/ 208 h 208"/>
              <a:gd name="T12" fmla="*/ 102 w 102"/>
              <a:gd name="T13" fmla="*/ 140 h 208"/>
              <a:gd name="connsiteX0" fmla="*/ 10000 w 16974"/>
              <a:gd name="connsiteY0" fmla="*/ 6967 h 10236"/>
              <a:gd name="connsiteX1" fmla="*/ 6765 w 16974"/>
              <a:gd name="connsiteY1" fmla="*/ 5236 h 10236"/>
              <a:gd name="connsiteX2" fmla="*/ 16974 w 16974"/>
              <a:gd name="connsiteY2" fmla="*/ 0 h 10236"/>
              <a:gd name="connsiteX3" fmla="*/ 10000 w 16974"/>
              <a:gd name="connsiteY3" fmla="*/ 236 h 10236"/>
              <a:gd name="connsiteX4" fmla="*/ 0 w 16974"/>
              <a:gd name="connsiteY4" fmla="*/ 5236 h 10236"/>
              <a:gd name="connsiteX5" fmla="*/ 10000 w 16974"/>
              <a:gd name="connsiteY5" fmla="*/ 10236 h 10236"/>
              <a:gd name="connsiteX6" fmla="*/ 10000 w 16974"/>
              <a:gd name="connsiteY6" fmla="*/ 6967 h 10236"/>
              <a:gd name="connsiteX0" fmla="*/ 10000 w 16974"/>
              <a:gd name="connsiteY0" fmla="*/ 8061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0000 w 16974"/>
              <a:gd name="connsiteY6" fmla="*/ 8061 h 11330"/>
              <a:gd name="connsiteX0" fmla="*/ 13190 w 16974"/>
              <a:gd name="connsiteY0" fmla="*/ 9712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3190 w 16974"/>
              <a:gd name="connsiteY6" fmla="*/ 9712 h 11330"/>
              <a:gd name="connsiteX0" fmla="*/ 13190 w 16974"/>
              <a:gd name="connsiteY0" fmla="*/ 10688 h 12306"/>
              <a:gd name="connsiteX1" fmla="*/ 6765 w 16974"/>
              <a:gd name="connsiteY1" fmla="*/ 7306 h 12306"/>
              <a:gd name="connsiteX2" fmla="*/ 16974 w 16974"/>
              <a:gd name="connsiteY2" fmla="*/ 2070 h 12306"/>
              <a:gd name="connsiteX3" fmla="*/ 12858 w 16974"/>
              <a:gd name="connsiteY3" fmla="*/ 0 h 12306"/>
              <a:gd name="connsiteX4" fmla="*/ 0 w 16974"/>
              <a:gd name="connsiteY4" fmla="*/ 7306 h 12306"/>
              <a:gd name="connsiteX5" fmla="*/ 10000 w 16974"/>
              <a:gd name="connsiteY5" fmla="*/ 12306 h 12306"/>
              <a:gd name="connsiteX6" fmla="*/ 13190 w 16974"/>
              <a:gd name="connsiteY6" fmla="*/ 10688 h 12306"/>
              <a:gd name="connsiteX0" fmla="*/ 13190 w 15719"/>
              <a:gd name="connsiteY0" fmla="*/ 10688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3190 w 15719"/>
              <a:gd name="connsiteY6" fmla="*/ 10688 h 12306"/>
              <a:gd name="connsiteX0" fmla="*/ 14793 w 15719"/>
              <a:gd name="connsiteY0" fmla="*/ 10451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4793 w 15719"/>
              <a:gd name="connsiteY6" fmla="*/ 10451 h 12306"/>
              <a:gd name="connsiteX0" fmla="*/ 14026 w 15719"/>
              <a:gd name="connsiteY0" fmla="*/ 10954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4026 w 15719"/>
              <a:gd name="connsiteY6" fmla="*/ 10954 h 12306"/>
              <a:gd name="connsiteX0" fmla="*/ 13468 w 15719"/>
              <a:gd name="connsiteY0" fmla="*/ 11043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3468 w 15719"/>
              <a:gd name="connsiteY6" fmla="*/ 11043 h 12306"/>
              <a:gd name="connsiteX0" fmla="*/ 13468 w 15719"/>
              <a:gd name="connsiteY0" fmla="*/ 11043 h 12276"/>
              <a:gd name="connsiteX1" fmla="*/ 6765 w 15719"/>
              <a:gd name="connsiteY1" fmla="*/ 7306 h 12276"/>
              <a:gd name="connsiteX2" fmla="*/ 15719 w 15719"/>
              <a:gd name="connsiteY2" fmla="*/ 1360 h 12276"/>
              <a:gd name="connsiteX3" fmla="*/ 12858 w 15719"/>
              <a:gd name="connsiteY3" fmla="*/ 0 h 12276"/>
              <a:gd name="connsiteX4" fmla="*/ 0 w 15719"/>
              <a:gd name="connsiteY4" fmla="*/ 7306 h 12276"/>
              <a:gd name="connsiteX5" fmla="*/ 9233 w 15719"/>
              <a:gd name="connsiteY5" fmla="*/ 12276 h 12276"/>
              <a:gd name="connsiteX6" fmla="*/ 13468 w 15719"/>
              <a:gd name="connsiteY6" fmla="*/ 11043 h 12276"/>
              <a:gd name="connsiteX0" fmla="*/ 13468 w 15719"/>
              <a:gd name="connsiteY0" fmla="*/ 11043 h 12246"/>
              <a:gd name="connsiteX1" fmla="*/ 6765 w 15719"/>
              <a:gd name="connsiteY1" fmla="*/ 7306 h 12246"/>
              <a:gd name="connsiteX2" fmla="*/ 15719 w 15719"/>
              <a:gd name="connsiteY2" fmla="*/ 1360 h 12246"/>
              <a:gd name="connsiteX3" fmla="*/ 12858 w 15719"/>
              <a:gd name="connsiteY3" fmla="*/ 0 h 12246"/>
              <a:gd name="connsiteX4" fmla="*/ 0 w 15719"/>
              <a:gd name="connsiteY4" fmla="*/ 7306 h 12246"/>
              <a:gd name="connsiteX5" fmla="*/ 9233 w 15719"/>
              <a:gd name="connsiteY5" fmla="*/ 12246 h 12246"/>
              <a:gd name="connsiteX6" fmla="*/ 13468 w 15719"/>
              <a:gd name="connsiteY6" fmla="*/ 11043 h 12246"/>
              <a:gd name="connsiteX0" fmla="*/ 13468 w 15161"/>
              <a:gd name="connsiteY0" fmla="*/ 11043 h 12246"/>
              <a:gd name="connsiteX1" fmla="*/ 6765 w 15161"/>
              <a:gd name="connsiteY1" fmla="*/ 7306 h 12246"/>
              <a:gd name="connsiteX2" fmla="*/ 15161 w 15161"/>
              <a:gd name="connsiteY2" fmla="*/ 1183 h 12246"/>
              <a:gd name="connsiteX3" fmla="*/ 12858 w 15161"/>
              <a:gd name="connsiteY3" fmla="*/ 0 h 12246"/>
              <a:gd name="connsiteX4" fmla="*/ 0 w 15161"/>
              <a:gd name="connsiteY4" fmla="*/ 7306 h 12246"/>
              <a:gd name="connsiteX5" fmla="*/ 9233 w 15161"/>
              <a:gd name="connsiteY5" fmla="*/ 12246 h 12246"/>
              <a:gd name="connsiteX6" fmla="*/ 13468 w 15161"/>
              <a:gd name="connsiteY6" fmla="*/ 11043 h 1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61" h="12246">
                <a:moveTo>
                  <a:pt x="13468" y="11043"/>
                </a:moveTo>
                <a:lnTo>
                  <a:pt x="6765" y="7306"/>
                </a:lnTo>
                <a:lnTo>
                  <a:pt x="15161" y="1183"/>
                </a:lnTo>
                <a:lnTo>
                  <a:pt x="12858" y="0"/>
                </a:lnTo>
                <a:lnTo>
                  <a:pt x="0" y="7306"/>
                </a:lnTo>
                <a:lnTo>
                  <a:pt x="9233" y="12246"/>
                </a:lnTo>
                <a:lnTo>
                  <a:pt x="13468" y="11043"/>
                </a:lnTo>
                <a:close/>
              </a:path>
            </a:pathLst>
          </a:custGeom>
          <a:gradFill flip="none" rotWithShape="1">
            <a:gsLst>
              <a:gs pos="49000">
                <a:schemeClr val="accent1">
                  <a:lumMod val="5000"/>
                  <a:lumOff val="95000"/>
                  <a:alpha val="0"/>
                </a:schemeClr>
              </a:gs>
              <a:gs pos="68000">
                <a:schemeClr val="accent1">
                  <a:lumMod val="45000"/>
                  <a:lumOff val="55000"/>
                </a:schemeClr>
              </a:gs>
              <a:gs pos="86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 w="317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24" name="Группа 23"/>
          <p:cNvGrpSpPr/>
          <p:nvPr/>
        </p:nvGrpSpPr>
        <p:grpSpPr>
          <a:xfrm>
            <a:off x="1055687" y="2619513"/>
            <a:ext cx="5481300" cy="2260050"/>
            <a:chOff x="1055687" y="2825521"/>
            <a:chExt cx="4981666" cy="2054041"/>
          </a:xfrm>
        </p:grpSpPr>
        <p:sp>
          <p:nvSpPr>
            <p:cNvPr id="8" name="Скругленный прямоугольник 7"/>
            <p:cNvSpPr/>
            <p:nvPr/>
          </p:nvSpPr>
          <p:spPr>
            <a:xfrm>
              <a:off x="1055687" y="2825521"/>
              <a:ext cx="4446320" cy="1225126"/>
            </a:xfrm>
            <a:prstGeom prst="roundRect">
              <a:avLst>
                <a:gd name="adj" fmla="val 13262"/>
              </a:avLst>
            </a:prstGeom>
            <a:solidFill>
              <a:srgbClr val="FF00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6" name="Скругленный прямоугольник 15"/>
            <p:cNvSpPr/>
            <p:nvPr/>
          </p:nvSpPr>
          <p:spPr>
            <a:xfrm>
              <a:off x="1055688" y="3416128"/>
              <a:ext cx="4981665" cy="815454"/>
            </a:xfrm>
            <a:prstGeom prst="roundRect">
              <a:avLst>
                <a:gd name="adj" fmla="val 20351"/>
              </a:avLst>
            </a:prstGeom>
            <a:solidFill>
              <a:srgbClr val="FF00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7" name="Скругленный прямоугольник 16"/>
            <p:cNvSpPr/>
            <p:nvPr/>
          </p:nvSpPr>
          <p:spPr>
            <a:xfrm>
              <a:off x="1055688" y="3714066"/>
              <a:ext cx="1928580" cy="1165496"/>
            </a:xfrm>
            <a:prstGeom prst="roundRect">
              <a:avLst>
                <a:gd name="adj" fmla="val 20351"/>
              </a:avLst>
            </a:prstGeom>
            <a:solidFill>
              <a:srgbClr val="FF00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8" name="Прямоугольный треугольник 8"/>
            <p:cNvSpPr/>
            <p:nvPr/>
          </p:nvSpPr>
          <p:spPr>
            <a:xfrm rot="5400000">
              <a:off x="2984268" y="4231583"/>
              <a:ext cx="144168" cy="144168"/>
            </a:xfrm>
            <a:custGeom>
              <a:avLst/>
              <a:gdLst>
                <a:gd name="connsiteX0" fmla="*/ 0 w 1638096"/>
                <a:gd name="connsiteY0" fmla="*/ 1638096 h 1638096"/>
                <a:gd name="connsiteX1" fmla="*/ 0 w 1638096"/>
                <a:gd name="connsiteY1" fmla="*/ 0 h 1638096"/>
                <a:gd name="connsiteX2" fmla="*/ 1638096 w 1638096"/>
                <a:gd name="connsiteY2" fmla="*/ 1638096 h 1638096"/>
                <a:gd name="connsiteX3" fmla="*/ 0 w 1638096"/>
                <a:gd name="connsiteY3" fmla="*/ 1638096 h 1638096"/>
                <a:gd name="connsiteX0" fmla="*/ 0 w 1638096"/>
                <a:gd name="connsiteY0" fmla="*/ 1638096 h 1638100"/>
                <a:gd name="connsiteX1" fmla="*/ 0 w 1638096"/>
                <a:gd name="connsiteY1" fmla="*/ 0 h 1638100"/>
                <a:gd name="connsiteX2" fmla="*/ 1638096 w 1638096"/>
                <a:gd name="connsiteY2" fmla="*/ 1638096 h 1638100"/>
                <a:gd name="connsiteX3" fmla="*/ 0 w 1638096"/>
                <a:gd name="connsiteY3" fmla="*/ 1638096 h 1638100"/>
                <a:gd name="connsiteX0" fmla="*/ 6 w 1638102"/>
                <a:gd name="connsiteY0" fmla="*/ 1638096 h 1638101"/>
                <a:gd name="connsiteX1" fmla="*/ 6 w 1638102"/>
                <a:gd name="connsiteY1" fmla="*/ 0 h 1638101"/>
                <a:gd name="connsiteX2" fmla="*/ 1638102 w 1638102"/>
                <a:gd name="connsiteY2" fmla="*/ 1638096 h 1638101"/>
                <a:gd name="connsiteX3" fmla="*/ 6 w 1638102"/>
                <a:gd name="connsiteY3" fmla="*/ 1638096 h 16381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638102" h="1638101">
                  <a:moveTo>
                    <a:pt x="6" y="1638096"/>
                  </a:moveTo>
                  <a:lnTo>
                    <a:pt x="6" y="0"/>
                  </a:lnTo>
                  <a:cubicBezTo>
                    <a:pt x="-2602" y="720599"/>
                    <a:pt x="726310" y="1640704"/>
                    <a:pt x="1638102" y="1638096"/>
                  </a:cubicBezTo>
                  <a:lnTo>
                    <a:pt x="6" y="1638096"/>
                  </a:lnTo>
                  <a:close/>
                </a:path>
              </a:pathLst>
            </a:custGeom>
            <a:solidFill>
              <a:srgbClr val="FF00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22" name="Freeform 23"/>
          <p:cNvSpPr>
            <a:spLocks/>
          </p:cNvSpPr>
          <p:nvPr/>
        </p:nvSpPr>
        <p:spPr bwMode="auto">
          <a:xfrm>
            <a:off x="7165274" y="-1328840"/>
            <a:ext cx="5525175" cy="10519261"/>
          </a:xfrm>
          <a:custGeom>
            <a:avLst/>
            <a:gdLst>
              <a:gd name="T0" fmla="*/ 102 w 102"/>
              <a:gd name="T1" fmla="*/ 140 h 208"/>
              <a:gd name="T2" fmla="*/ 69 w 102"/>
              <a:gd name="T3" fmla="*/ 104 h 208"/>
              <a:gd name="T4" fmla="*/ 102 w 102"/>
              <a:gd name="T5" fmla="*/ 70 h 208"/>
              <a:gd name="T6" fmla="*/ 102 w 102"/>
              <a:gd name="T7" fmla="*/ 0 h 208"/>
              <a:gd name="T8" fmla="*/ 0 w 102"/>
              <a:gd name="T9" fmla="*/ 104 h 208"/>
              <a:gd name="T10" fmla="*/ 102 w 102"/>
              <a:gd name="T11" fmla="*/ 208 h 208"/>
              <a:gd name="T12" fmla="*/ 102 w 102"/>
              <a:gd name="T13" fmla="*/ 140 h 208"/>
              <a:gd name="connsiteX0" fmla="*/ 10000 w 16974"/>
              <a:gd name="connsiteY0" fmla="*/ 6967 h 10236"/>
              <a:gd name="connsiteX1" fmla="*/ 6765 w 16974"/>
              <a:gd name="connsiteY1" fmla="*/ 5236 h 10236"/>
              <a:gd name="connsiteX2" fmla="*/ 16974 w 16974"/>
              <a:gd name="connsiteY2" fmla="*/ 0 h 10236"/>
              <a:gd name="connsiteX3" fmla="*/ 10000 w 16974"/>
              <a:gd name="connsiteY3" fmla="*/ 236 h 10236"/>
              <a:gd name="connsiteX4" fmla="*/ 0 w 16974"/>
              <a:gd name="connsiteY4" fmla="*/ 5236 h 10236"/>
              <a:gd name="connsiteX5" fmla="*/ 10000 w 16974"/>
              <a:gd name="connsiteY5" fmla="*/ 10236 h 10236"/>
              <a:gd name="connsiteX6" fmla="*/ 10000 w 16974"/>
              <a:gd name="connsiteY6" fmla="*/ 6967 h 10236"/>
              <a:gd name="connsiteX0" fmla="*/ 10000 w 16974"/>
              <a:gd name="connsiteY0" fmla="*/ 8061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0000 w 16974"/>
              <a:gd name="connsiteY6" fmla="*/ 8061 h 11330"/>
              <a:gd name="connsiteX0" fmla="*/ 13190 w 16974"/>
              <a:gd name="connsiteY0" fmla="*/ 9712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3190 w 16974"/>
              <a:gd name="connsiteY6" fmla="*/ 9712 h 11330"/>
              <a:gd name="connsiteX0" fmla="*/ 13190 w 16974"/>
              <a:gd name="connsiteY0" fmla="*/ 10688 h 12306"/>
              <a:gd name="connsiteX1" fmla="*/ 6765 w 16974"/>
              <a:gd name="connsiteY1" fmla="*/ 7306 h 12306"/>
              <a:gd name="connsiteX2" fmla="*/ 16974 w 16974"/>
              <a:gd name="connsiteY2" fmla="*/ 2070 h 12306"/>
              <a:gd name="connsiteX3" fmla="*/ 12858 w 16974"/>
              <a:gd name="connsiteY3" fmla="*/ 0 h 12306"/>
              <a:gd name="connsiteX4" fmla="*/ 0 w 16974"/>
              <a:gd name="connsiteY4" fmla="*/ 7306 h 12306"/>
              <a:gd name="connsiteX5" fmla="*/ 10000 w 16974"/>
              <a:gd name="connsiteY5" fmla="*/ 12306 h 12306"/>
              <a:gd name="connsiteX6" fmla="*/ 13190 w 16974"/>
              <a:gd name="connsiteY6" fmla="*/ 10688 h 12306"/>
              <a:gd name="connsiteX0" fmla="*/ 13190 w 15719"/>
              <a:gd name="connsiteY0" fmla="*/ 10688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3190 w 15719"/>
              <a:gd name="connsiteY6" fmla="*/ 10688 h 12306"/>
              <a:gd name="connsiteX0" fmla="*/ 14793 w 15719"/>
              <a:gd name="connsiteY0" fmla="*/ 10451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4793 w 15719"/>
              <a:gd name="connsiteY6" fmla="*/ 10451 h 12306"/>
              <a:gd name="connsiteX0" fmla="*/ 14026 w 15719"/>
              <a:gd name="connsiteY0" fmla="*/ 10954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4026 w 15719"/>
              <a:gd name="connsiteY6" fmla="*/ 10954 h 12306"/>
              <a:gd name="connsiteX0" fmla="*/ 13468 w 15719"/>
              <a:gd name="connsiteY0" fmla="*/ 11043 h 12306"/>
              <a:gd name="connsiteX1" fmla="*/ 6765 w 15719"/>
              <a:gd name="connsiteY1" fmla="*/ 7306 h 12306"/>
              <a:gd name="connsiteX2" fmla="*/ 15719 w 15719"/>
              <a:gd name="connsiteY2" fmla="*/ 1360 h 12306"/>
              <a:gd name="connsiteX3" fmla="*/ 12858 w 15719"/>
              <a:gd name="connsiteY3" fmla="*/ 0 h 12306"/>
              <a:gd name="connsiteX4" fmla="*/ 0 w 15719"/>
              <a:gd name="connsiteY4" fmla="*/ 7306 h 12306"/>
              <a:gd name="connsiteX5" fmla="*/ 10000 w 15719"/>
              <a:gd name="connsiteY5" fmla="*/ 12306 h 12306"/>
              <a:gd name="connsiteX6" fmla="*/ 13468 w 15719"/>
              <a:gd name="connsiteY6" fmla="*/ 11043 h 12306"/>
              <a:gd name="connsiteX0" fmla="*/ 13468 w 15719"/>
              <a:gd name="connsiteY0" fmla="*/ 11043 h 12276"/>
              <a:gd name="connsiteX1" fmla="*/ 6765 w 15719"/>
              <a:gd name="connsiteY1" fmla="*/ 7306 h 12276"/>
              <a:gd name="connsiteX2" fmla="*/ 15719 w 15719"/>
              <a:gd name="connsiteY2" fmla="*/ 1360 h 12276"/>
              <a:gd name="connsiteX3" fmla="*/ 12858 w 15719"/>
              <a:gd name="connsiteY3" fmla="*/ 0 h 12276"/>
              <a:gd name="connsiteX4" fmla="*/ 0 w 15719"/>
              <a:gd name="connsiteY4" fmla="*/ 7306 h 12276"/>
              <a:gd name="connsiteX5" fmla="*/ 9233 w 15719"/>
              <a:gd name="connsiteY5" fmla="*/ 12276 h 12276"/>
              <a:gd name="connsiteX6" fmla="*/ 13468 w 15719"/>
              <a:gd name="connsiteY6" fmla="*/ 11043 h 12276"/>
              <a:gd name="connsiteX0" fmla="*/ 13468 w 15719"/>
              <a:gd name="connsiteY0" fmla="*/ 11043 h 12246"/>
              <a:gd name="connsiteX1" fmla="*/ 6765 w 15719"/>
              <a:gd name="connsiteY1" fmla="*/ 7306 h 12246"/>
              <a:gd name="connsiteX2" fmla="*/ 15719 w 15719"/>
              <a:gd name="connsiteY2" fmla="*/ 1360 h 12246"/>
              <a:gd name="connsiteX3" fmla="*/ 12858 w 15719"/>
              <a:gd name="connsiteY3" fmla="*/ 0 h 12246"/>
              <a:gd name="connsiteX4" fmla="*/ 0 w 15719"/>
              <a:gd name="connsiteY4" fmla="*/ 7306 h 12246"/>
              <a:gd name="connsiteX5" fmla="*/ 9233 w 15719"/>
              <a:gd name="connsiteY5" fmla="*/ 12246 h 12246"/>
              <a:gd name="connsiteX6" fmla="*/ 13468 w 15719"/>
              <a:gd name="connsiteY6" fmla="*/ 11043 h 12246"/>
              <a:gd name="connsiteX0" fmla="*/ 13468 w 15161"/>
              <a:gd name="connsiteY0" fmla="*/ 11043 h 12246"/>
              <a:gd name="connsiteX1" fmla="*/ 6765 w 15161"/>
              <a:gd name="connsiteY1" fmla="*/ 7306 h 12246"/>
              <a:gd name="connsiteX2" fmla="*/ 15161 w 15161"/>
              <a:gd name="connsiteY2" fmla="*/ 1183 h 12246"/>
              <a:gd name="connsiteX3" fmla="*/ 12858 w 15161"/>
              <a:gd name="connsiteY3" fmla="*/ 0 h 12246"/>
              <a:gd name="connsiteX4" fmla="*/ 0 w 15161"/>
              <a:gd name="connsiteY4" fmla="*/ 7306 h 12246"/>
              <a:gd name="connsiteX5" fmla="*/ 9233 w 15161"/>
              <a:gd name="connsiteY5" fmla="*/ 12246 h 12246"/>
              <a:gd name="connsiteX6" fmla="*/ 13468 w 15161"/>
              <a:gd name="connsiteY6" fmla="*/ 11043 h 12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5161" h="12246">
                <a:moveTo>
                  <a:pt x="13468" y="11043"/>
                </a:moveTo>
                <a:lnTo>
                  <a:pt x="6765" y="7306"/>
                </a:lnTo>
                <a:lnTo>
                  <a:pt x="15161" y="1183"/>
                </a:lnTo>
                <a:lnTo>
                  <a:pt x="12858" y="0"/>
                </a:lnTo>
                <a:lnTo>
                  <a:pt x="0" y="7306"/>
                </a:lnTo>
                <a:lnTo>
                  <a:pt x="9233" y="12246"/>
                </a:lnTo>
                <a:lnTo>
                  <a:pt x="13468" y="11043"/>
                </a:lnTo>
                <a:close/>
              </a:path>
            </a:pathLst>
          </a:custGeom>
          <a:gradFill flip="none" rotWithShape="1">
            <a:gsLst>
              <a:gs pos="3000">
                <a:schemeClr val="accent1">
                  <a:lumMod val="5000"/>
                  <a:lumOff val="95000"/>
                  <a:alpha val="0"/>
                </a:schemeClr>
              </a:gs>
              <a:gs pos="74000">
                <a:srgbClr val="ACDFFF"/>
              </a:gs>
              <a:gs pos="88000">
                <a:srgbClr val="D1EDFF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  <a:tileRect/>
          </a:gradFill>
          <a:ln w="3175"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1" name="Freeform 23"/>
          <p:cNvSpPr>
            <a:spLocks/>
          </p:cNvSpPr>
          <p:nvPr/>
        </p:nvSpPr>
        <p:spPr bwMode="auto">
          <a:xfrm>
            <a:off x="12702167" y="1387373"/>
            <a:ext cx="5827232" cy="9168130"/>
          </a:xfrm>
          <a:custGeom>
            <a:avLst/>
            <a:gdLst>
              <a:gd name="T0" fmla="*/ 102 w 102"/>
              <a:gd name="T1" fmla="*/ 140 h 208"/>
              <a:gd name="T2" fmla="*/ 69 w 102"/>
              <a:gd name="T3" fmla="*/ 104 h 208"/>
              <a:gd name="T4" fmla="*/ 102 w 102"/>
              <a:gd name="T5" fmla="*/ 70 h 208"/>
              <a:gd name="T6" fmla="*/ 102 w 102"/>
              <a:gd name="T7" fmla="*/ 0 h 208"/>
              <a:gd name="T8" fmla="*/ 0 w 102"/>
              <a:gd name="T9" fmla="*/ 104 h 208"/>
              <a:gd name="T10" fmla="*/ 102 w 102"/>
              <a:gd name="T11" fmla="*/ 208 h 208"/>
              <a:gd name="T12" fmla="*/ 102 w 102"/>
              <a:gd name="T13" fmla="*/ 140 h 208"/>
              <a:gd name="connsiteX0" fmla="*/ 10000 w 16974"/>
              <a:gd name="connsiteY0" fmla="*/ 6967 h 10236"/>
              <a:gd name="connsiteX1" fmla="*/ 6765 w 16974"/>
              <a:gd name="connsiteY1" fmla="*/ 5236 h 10236"/>
              <a:gd name="connsiteX2" fmla="*/ 16974 w 16974"/>
              <a:gd name="connsiteY2" fmla="*/ 0 h 10236"/>
              <a:gd name="connsiteX3" fmla="*/ 10000 w 16974"/>
              <a:gd name="connsiteY3" fmla="*/ 236 h 10236"/>
              <a:gd name="connsiteX4" fmla="*/ 0 w 16974"/>
              <a:gd name="connsiteY4" fmla="*/ 5236 h 10236"/>
              <a:gd name="connsiteX5" fmla="*/ 10000 w 16974"/>
              <a:gd name="connsiteY5" fmla="*/ 10236 h 10236"/>
              <a:gd name="connsiteX6" fmla="*/ 10000 w 16974"/>
              <a:gd name="connsiteY6" fmla="*/ 6967 h 10236"/>
              <a:gd name="connsiteX0" fmla="*/ 10000 w 16974"/>
              <a:gd name="connsiteY0" fmla="*/ 8061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0000 w 16974"/>
              <a:gd name="connsiteY6" fmla="*/ 8061 h 11330"/>
              <a:gd name="connsiteX0" fmla="*/ 13190 w 16974"/>
              <a:gd name="connsiteY0" fmla="*/ 9712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3190 w 16974"/>
              <a:gd name="connsiteY6" fmla="*/ 9712 h 11330"/>
              <a:gd name="connsiteX0" fmla="*/ 16120 w 16974"/>
              <a:gd name="connsiteY0" fmla="*/ 11271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6120 w 16974"/>
              <a:gd name="connsiteY6" fmla="*/ 11271 h 1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974" h="11330">
                <a:moveTo>
                  <a:pt x="16120" y="11271"/>
                </a:moveTo>
                <a:lnTo>
                  <a:pt x="6765" y="6330"/>
                </a:lnTo>
                <a:lnTo>
                  <a:pt x="16974" y="1094"/>
                </a:lnTo>
                <a:lnTo>
                  <a:pt x="12649" y="0"/>
                </a:lnTo>
                <a:lnTo>
                  <a:pt x="0" y="6330"/>
                </a:lnTo>
                <a:lnTo>
                  <a:pt x="10000" y="11330"/>
                </a:lnTo>
                <a:lnTo>
                  <a:pt x="16120" y="11271"/>
                </a:lnTo>
                <a:close/>
              </a:path>
            </a:pathLst>
          </a:custGeom>
          <a:noFill/>
          <a:ln w="6350">
            <a:solidFill>
              <a:schemeClr val="bg1">
                <a:lumMod val="85000"/>
              </a:schemeClr>
            </a:solidFill>
            <a:prstDash val="solid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20" name="Freeform 23"/>
          <p:cNvSpPr>
            <a:spLocks/>
          </p:cNvSpPr>
          <p:nvPr/>
        </p:nvSpPr>
        <p:spPr bwMode="auto">
          <a:xfrm>
            <a:off x="13170399" y="-404827"/>
            <a:ext cx="6966348" cy="10960330"/>
          </a:xfrm>
          <a:custGeom>
            <a:avLst/>
            <a:gdLst>
              <a:gd name="T0" fmla="*/ 102 w 102"/>
              <a:gd name="T1" fmla="*/ 140 h 208"/>
              <a:gd name="T2" fmla="*/ 69 w 102"/>
              <a:gd name="T3" fmla="*/ 104 h 208"/>
              <a:gd name="T4" fmla="*/ 102 w 102"/>
              <a:gd name="T5" fmla="*/ 70 h 208"/>
              <a:gd name="T6" fmla="*/ 102 w 102"/>
              <a:gd name="T7" fmla="*/ 0 h 208"/>
              <a:gd name="T8" fmla="*/ 0 w 102"/>
              <a:gd name="T9" fmla="*/ 104 h 208"/>
              <a:gd name="T10" fmla="*/ 102 w 102"/>
              <a:gd name="T11" fmla="*/ 208 h 208"/>
              <a:gd name="T12" fmla="*/ 102 w 102"/>
              <a:gd name="T13" fmla="*/ 140 h 208"/>
              <a:gd name="connsiteX0" fmla="*/ 10000 w 16974"/>
              <a:gd name="connsiteY0" fmla="*/ 6967 h 10236"/>
              <a:gd name="connsiteX1" fmla="*/ 6765 w 16974"/>
              <a:gd name="connsiteY1" fmla="*/ 5236 h 10236"/>
              <a:gd name="connsiteX2" fmla="*/ 16974 w 16974"/>
              <a:gd name="connsiteY2" fmla="*/ 0 h 10236"/>
              <a:gd name="connsiteX3" fmla="*/ 10000 w 16974"/>
              <a:gd name="connsiteY3" fmla="*/ 236 h 10236"/>
              <a:gd name="connsiteX4" fmla="*/ 0 w 16974"/>
              <a:gd name="connsiteY4" fmla="*/ 5236 h 10236"/>
              <a:gd name="connsiteX5" fmla="*/ 10000 w 16974"/>
              <a:gd name="connsiteY5" fmla="*/ 10236 h 10236"/>
              <a:gd name="connsiteX6" fmla="*/ 10000 w 16974"/>
              <a:gd name="connsiteY6" fmla="*/ 6967 h 10236"/>
              <a:gd name="connsiteX0" fmla="*/ 10000 w 16974"/>
              <a:gd name="connsiteY0" fmla="*/ 8061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0000 w 16974"/>
              <a:gd name="connsiteY6" fmla="*/ 8061 h 11330"/>
              <a:gd name="connsiteX0" fmla="*/ 13190 w 16974"/>
              <a:gd name="connsiteY0" fmla="*/ 9712 h 11330"/>
              <a:gd name="connsiteX1" fmla="*/ 6765 w 16974"/>
              <a:gd name="connsiteY1" fmla="*/ 6330 h 11330"/>
              <a:gd name="connsiteX2" fmla="*/ 16974 w 16974"/>
              <a:gd name="connsiteY2" fmla="*/ 1094 h 11330"/>
              <a:gd name="connsiteX3" fmla="*/ 12649 w 16974"/>
              <a:gd name="connsiteY3" fmla="*/ 0 h 11330"/>
              <a:gd name="connsiteX4" fmla="*/ 0 w 16974"/>
              <a:gd name="connsiteY4" fmla="*/ 6330 h 11330"/>
              <a:gd name="connsiteX5" fmla="*/ 10000 w 16974"/>
              <a:gd name="connsiteY5" fmla="*/ 11330 h 11330"/>
              <a:gd name="connsiteX6" fmla="*/ 13190 w 16974"/>
              <a:gd name="connsiteY6" fmla="*/ 9712 h 113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974" h="11330">
                <a:moveTo>
                  <a:pt x="13190" y="9712"/>
                </a:moveTo>
                <a:lnTo>
                  <a:pt x="6765" y="6330"/>
                </a:lnTo>
                <a:lnTo>
                  <a:pt x="16974" y="1094"/>
                </a:lnTo>
                <a:lnTo>
                  <a:pt x="12649" y="0"/>
                </a:lnTo>
                <a:lnTo>
                  <a:pt x="0" y="6330"/>
                </a:lnTo>
                <a:lnTo>
                  <a:pt x="10000" y="11330"/>
                </a:lnTo>
                <a:lnTo>
                  <a:pt x="13190" y="9712"/>
                </a:lnTo>
                <a:close/>
              </a:path>
            </a:pathLst>
          </a:custGeom>
          <a:noFill/>
          <a:ln w="6350">
            <a:solidFill>
              <a:srgbClr val="C00000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grpSp>
        <p:nvGrpSpPr>
          <p:cNvPr id="13" name="Группа 12"/>
          <p:cNvGrpSpPr/>
          <p:nvPr/>
        </p:nvGrpSpPr>
        <p:grpSpPr>
          <a:xfrm>
            <a:off x="13170399" y="-3100971"/>
            <a:ext cx="1977231" cy="3852493"/>
            <a:chOff x="7177556" y="-1516120"/>
            <a:chExt cx="5560847" cy="10834912"/>
          </a:xfrm>
        </p:grpSpPr>
        <p:sp>
          <p:nvSpPr>
            <p:cNvPr id="12" name="Freeform 23"/>
            <p:cNvSpPr>
              <a:spLocks/>
            </p:cNvSpPr>
            <p:nvPr/>
          </p:nvSpPr>
          <p:spPr bwMode="auto">
            <a:xfrm>
              <a:off x="7177556" y="-1446616"/>
              <a:ext cx="5279190" cy="10765408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solidFill>
              <a:schemeClr val="bg1">
                <a:lumMod val="95000"/>
                <a:alpha val="49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1" name="Freeform 23"/>
            <p:cNvSpPr>
              <a:spLocks/>
            </p:cNvSpPr>
            <p:nvPr/>
          </p:nvSpPr>
          <p:spPr bwMode="auto">
            <a:xfrm>
              <a:off x="7459212" y="-1516120"/>
              <a:ext cx="4456635" cy="9088040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noFill/>
            <a:ln w="9525">
              <a:solidFill>
                <a:srgbClr val="FF0044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  <p:sp>
          <p:nvSpPr>
            <p:cNvPr id="14" name="Freeform 23"/>
            <p:cNvSpPr>
              <a:spLocks/>
            </p:cNvSpPr>
            <p:nvPr/>
          </p:nvSpPr>
          <p:spPr bwMode="auto">
            <a:xfrm>
              <a:off x="8281768" y="-1015140"/>
              <a:ext cx="4456635" cy="9088041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endParaRPr>
            </a:p>
          </p:txBody>
        </p:sp>
      </p:grp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528549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88" y="957373"/>
            <a:ext cx="2505825" cy="311040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296517" y="4267277"/>
            <a:ext cx="3545250" cy="754967"/>
          </a:xfrm>
          <a:prstGeom prst="roundRect">
            <a:avLst>
              <a:gd name="adj" fmla="val 15991"/>
            </a:avLst>
          </a:prstGeom>
          <a:solidFill>
            <a:srgbClr val="DBDBDB"/>
          </a:solidFill>
          <a:ln w="12700">
            <a:noFill/>
          </a:ln>
        </p:spPr>
        <p:txBody>
          <a:bodyPr wrap="square" lIns="216000" tIns="36000" rIns="0" bIns="0" rtlCol="0" anchor="ctr" anchorCtr="0">
            <a:noAutofit/>
          </a:bodyPr>
          <a:lstStyle/>
          <a:p>
            <a:pPr algn="l">
              <a:lnSpc>
                <a:spcPct val="85000"/>
              </a:lnSpc>
            </a:pPr>
            <a:r>
              <a:rPr lang="ru-RU" sz="2000" dirty="0">
                <a:solidFill>
                  <a:schemeClr val="tx1"/>
                </a:solidFill>
                <a:latin typeface="+mn-lt"/>
                <a:ea typeface="+mn-ea"/>
              </a:rPr>
              <a:t>Управление и автоматизация баз данных</a:t>
            </a:r>
          </a:p>
        </p:txBody>
      </p:sp>
      <p:sp>
        <p:nvSpPr>
          <p:cNvPr id="10" name="Подзаголовок 2"/>
          <p:cNvSpPr txBox="1">
            <a:spLocks/>
          </p:cNvSpPr>
          <p:nvPr/>
        </p:nvSpPr>
        <p:spPr>
          <a:xfrm>
            <a:off x="1070599" y="5866244"/>
            <a:ext cx="3079370" cy="672668"/>
          </a:xfrm>
          <a:prstGeom prst="roundRect">
            <a:avLst>
              <a:gd name="adj" fmla="val 22148"/>
            </a:avLst>
          </a:prstGeom>
          <a:solidFill>
            <a:srgbClr val="DBDBDB"/>
          </a:solidFill>
          <a:ln w="19050">
            <a:noFill/>
          </a:ln>
        </p:spPr>
        <p:txBody>
          <a:bodyPr vert="horz" wrap="square" lIns="216000" tIns="36000" rIns="0" bIns="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ru-RU" sz="2400" kern="1200">
                <a:solidFill>
                  <a:srgbClr val="11253D"/>
                </a:solidFill>
                <a:latin typeface="Gotham Pro Light" panose="02000503030000020004" pitchFamily="50" charset="0"/>
                <a:ea typeface="+mj-ea"/>
                <a:cs typeface="Gotham Pro Light" panose="02000503030000020004" pitchFamily="50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ru-RU" sz="2000" kern="1200">
                <a:solidFill>
                  <a:srgbClr val="11253D"/>
                </a:solidFill>
                <a:latin typeface="Gotham Pro Light" panose="02000503030000020004" pitchFamily="50" charset="0"/>
                <a:ea typeface="+mj-ea"/>
                <a:cs typeface="Gotham Pro Light" panose="02000503030000020004" pitchFamily="50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ru-RU" sz="1800" kern="1200">
                <a:solidFill>
                  <a:srgbClr val="11253D"/>
                </a:solidFill>
                <a:latin typeface="Gotham Pro Light" panose="02000503030000020004" pitchFamily="50" charset="0"/>
                <a:ea typeface="+mj-ea"/>
                <a:cs typeface="Gotham Pro Light" panose="02000503030000020004" pitchFamily="50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ru-RU" sz="1600" kern="1200">
                <a:solidFill>
                  <a:srgbClr val="11253D"/>
                </a:solidFill>
                <a:latin typeface="Gotham Pro Light" panose="02000503030000020004" pitchFamily="50" charset="0"/>
                <a:ea typeface="+mj-ea"/>
                <a:cs typeface="Gotham Pro Light" panose="02000503030000020004" pitchFamily="50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lang="ru-RU" sz="1600" kern="1200">
                <a:solidFill>
                  <a:srgbClr val="11253D"/>
                </a:solidFill>
                <a:latin typeface="Gotham Pro Light" panose="02000503030000020004" pitchFamily="50" charset="0"/>
                <a:ea typeface="+mj-ea"/>
                <a:cs typeface="Gotham Pro Light" panose="02000503030000020004" pitchFamily="50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ru-RU" sz="2000" dirty="0">
                <a:solidFill>
                  <a:prstClr val="black"/>
                </a:solidFill>
                <a:latin typeface="+mn-lt"/>
              </a:rPr>
              <a:t>Цой Валентин Валерьевич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j-ea"/>
              <a:cs typeface="Gotham Pro Light" panose="02000503030000020004" pitchFamily="50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97321" y="2688126"/>
            <a:ext cx="5915801" cy="1573614"/>
          </a:xfrm>
          <a:prstGeom prst="roundRect">
            <a:avLst>
              <a:gd name="adj" fmla="val 11196"/>
            </a:avLst>
          </a:prstGeom>
          <a:noFill/>
          <a:ln>
            <a:noFill/>
          </a:ln>
        </p:spPr>
        <p:txBody>
          <a:bodyPr wrap="square" lIns="180000" tIns="108000" rIns="144000" bIns="108000" rtlCol="0" anchor="ctr">
            <a:spAutoFit/>
          </a:bodyPr>
          <a:lstStyle/>
          <a:p>
            <a:pPr lvl="0" algn="l">
              <a:lnSpc>
                <a:spcPct val="85000"/>
              </a:lnSpc>
              <a:defRPr/>
            </a:pPr>
            <a:r>
              <a:rPr lang="ru-RU" sz="4800" b="1" i="0" dirty="0">
                <a:solidFill>
                  <a:schemeClr val="bg1"/>
                </a:solidFill>
                <a:effectLst/>
                <a:latin typeface="+mn-lt"/>
              </a:rPr>
              <a:t>Серверы баз данных</a:t>
            </a:r>
            <a:endParaRPr lang="en-US" sz="4800" b="1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3" name="Рисунок 2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767" y="1101180"/>
            <a:ext cx="4536164" cy="5756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922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Скругленный прямоугольник 5"/>
          <p:cNvSpPr/>
          <p:nvPr/>
        </p:nvSpPr>
        <p:spPr>
          <a:xfrm>
            <a:off x="515938" y="512763"/>
            <a:ext cx="11160125" cy="5832475"/>
          </a:xfrm>
          <a:prstGeom prst="roundRect">
            <a:avLst>
              <a:gd name="adj" fmla="val 3913"/>
            </a:avLst>
          </a:prstGeom>
          <a:solidFill>
            <a:srgbClr val="7DCD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</a:endParaRPr>
          </a:p>
        </p:txBody>
      </p:sp>
      <p:grpSp>
        <p:nvGrpSpPr>
          <p:cNvPr id="12" name="Группа 11"/>
          <p:cNvGrpSpPr/>
          <p:nvPr/>
        </p:nvGrpSpPr>
        <p:grpSpPr>
          <a:xfrm>
            <a:off x="7955817" y="-590030"/>
            <a:ext cx="4125407" cy="8038061"/>
            <a:chOff x="7177556" y="-1516120"/>
            <a:chExt cx="5560847" cy="10834912"/>
          </a:xfrm>
        </p:grpSpPr>
        <p:sp>
          <p:nvSpPr>
            <p:cNvPr id="13" name="Freeform 23"/>
            <p:cNvSpPr>
              <a:spLocks/>
            </p:cNvSpPr>
            <p:nvPr/>
          </p:nvSpPr>
          <p:spPr bwMode="auto">
            <a:xfrm>
              <a:off x="7177556" y="-1446616"/>
              <a:ext cx="5279190" cy="10765408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solidFill>
              <a:srgbClr val="DFEFF7">
                <a:alpha val="48627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4" name="Freeform 23"/>
            <p:cNvSpPr>
              <a:spLocks/>
            </p:cNvSpPr>
            <p:nvPr/>
          </p:nvSpPr>
          <p:spPr bwMode="auto">
            <a:xfrm>
              <a:off x="7459212" y="-1516120"/>
              <a:ext cx="4456635" cy="9088040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noFill/>
            <a:ln w="9525">
              <a:solidFill>
                <a:srgbClr val="FF0044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  <p:sp>
          <p:nvSpPr>
            <p:cNvPr id="15" name="Freeform 23"/>
            <p:cNvSpPr>
              <a:spLocks/>
            </p:cNvSpPr>
            <p:nvPr/>
          </p:nvSpPr>
          <p:spPr bwMode="auto">
            <a:xfrm>
              <a:off x="8281768" y="-1015140"/>
              <a:ext cx="4456635" cy="9088041"/>
            </a:xfrm>
            <a:custGeom>
              <a:avLst/>
              <a:gdLst>
                <a:gd name="T0" fmla="*/ 102 w 102"/>
                <a:gd name="T1" fmla="*/ 140 h 208"/>
                <a:gd name="T2" fmla="*/ 69 w 102"/>
                <a:gd name="T3" fmla="*/ 104 h 208"/>
                <a:gd name="T4" fmla="*/ 102 w 102"/>
                <a:gd name="T5" fmla="*/ 70 h 208"/>
                <a:gd name="T6" fmla="*/ 102 w 102"/>
                <a:gd name="T7" fmla="*/ 0 h 208"/>
                <a:gd name="T8" fmla="*/ 0 w 102"/>
                <a:gd name="T9" fmla="*/ 104 h 208"/>
                <a:gd name="T10" fmla="*/ 102 w 102"/>
                <a:gd name="T11" fmla="*/ 208 h 208"/>
                <a:gd name="T12" fmla="*/ 102 w 102"/>
                <a:gd name="T13" fmla="*/ 14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" h="208">
                  <a:moveTo>
                    <a:pt x="102" y="140"/>
                  </a:moveTo>
                  <a:lnTo>
                    <a:pt x="69" y="104"/>
                  </a:lnTo>
                  <a:lnTo>
                    <a:pt x="102" y="70"/>
                  </a:lnTo>
                  <a:lnTo>
                    <a:pt x="102" y="0"/>
                  </a:lnTo>
                  <a:lnTo>
                    <a:pt x="0" y="104"/>
                  </a:lnTo>
                  <a:lnTo>
                    <a:pt x="102" y="208"/>
                  </a:lnTo>
                  <a:lnTo>
                    <a:pt x="102" y="14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</a:endParaRPr>
            </a:p>
          </p:txBody>
        </p:sp>
      </p:grp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" panose="020B0604020202020204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" panose="020B0604020202020204"/>
            </a:endParaRPr>
          </a:p>
        </p:txBody>
      </p:sp>
      <p:sp>
        <p:nvSpPr>
          <p:cNvPr id="8" name="Заголовок 1"/>
          <p:cNvSpPr txBox="1">
            <a:spLocks/>
          </p:cNvSpPr>
          <p:nvPr/>
        </p:nvSpPr>
        <p:spPr>
          <a:xfrm>
            <a:off x="162755" y="3783954"/>
            <a:ext cx="5767528" cy="3074045"/>
          </a:xfrm>
          <a:prstGeom prst="roundRect">
            <a:avLst>
              <a:gd name="adj" fmla="val 11196"/>
            </a:avLst>
          </a:prstGeom>
          <a:solidFill>
            <a:schemeClr val="bg1"/>
          </a:solidFill>
          <a:ln>
            <a:noFill/>
          </a:ln>
        </p:spPr>
        <p:txBody>
          <a:bodyPr vert="horz" wrap="square" lIns="180000" tIns="108000" rIns="144000" bIns="10800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000" kern="1200">
                <a:solidFill>
                  <a:srgbClr val="11253D"/>
                </a:solidFill>
                <a:latin typeface="Gotham Pro Medium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T Norms Pro ExtraBold" panose="02000503030000020004" pitchFamily="2" charset="0"/>
              <a:cs typeface="Gotham Pro Medium" panose="02000603030000020004" pitchFamily="50" charset="0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15937" y="3957638"/>
            <a:ext cx="5414346" cy="2387600"/>
          </a:xfrm>
        </p:spPr>
        <p:txBody>
          <a:bodyPr anchor="t">
            <a:noAutofit/>
          </a:bodyPr>
          <a:lstStyle/>
          <a:p>
            <a:pPr algn="l"/>
            <a:r>
              <a:rPr lang="ru-RU" sz="4000" dirty="0">
                <a:latin typeface="+mn-lt"/>
              </a:rPr>
              <a:t>Конфигурирование сети</a:t>
            </a:r>
            <a:endParaRPr lang="ru-RU" sz="4000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689" y="957373"/>
            <a:ext cx="1617173" cy="200735"/>
          </a:xfrm>
          <a:prstGeom prst="rect">
            <a:avLst/>
          </a:prstGeom>
        </p:spPr>
      </p:pic>
      <p:sp>
        <p:nvSpPr>
          <p:cNvPr id="7" name="Заголовок 1"/>
          <p:cNvSpPr txBox="1">
            <a:spLocks/>
          </p:cNvSpPr>
          <p:nvPr/>
        </p:nvSpPr>
        <p:spPr>
          <a:xfrm>
            <a:off x="515938" y="2137682"/>
            <a:ext cx="3558792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6000" kern="1200">
                <a:solidFill>
                  <a:srgbClr val="11253D"/>
                </a:solidFill>
                <a:latin typeface="TT Norms Pro Medium" panose="02000803030000020004" pitchFamily="2" charset="0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39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T Norms Pro ExtraBold" panose="02000503030000020004" pitchFamily="2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21960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D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9290538" y="633235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(Основной текст)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784843" y="8073389"/>
            <a:ext cx="513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(Основной текст)"/>
                <a:cs typeface="Gotham Pro Medium" panose="02000603030000020004" pitchFamily="50" charset="0"/>
              </a:rPr>
              <a:t>«Синергия – больше, чем образование!» </a:t>
            </a:r>
          </a:p>
        </p:txBody>
      </p:sp>
      <p:sp>
        <p:nvSpPr>
          <p:cNvPr id="14" name="Равнобедренный треугольник 13"/>
          <p:cNvSpPr/>
          <p:nvPr/>
        </p:nvSpPr>
        <p:spPr>
          <a:xfrm>
            <a:off x="4322702" y="-496442"/>
            <a:ext cx="216568" cy="11480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21" name="Равнобедренный треугольник 20"/>
          <p:cNvSpPr/>
          <p:nvPr/>
        </p:nvSpPr>
        <p:spPr>
          <a:xfrm>
            <a:off x="3086877" y="-496442"/>
            <a:ext cx="216568" cy="11480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1384044-6CA0-DA9A-BEEC-A1A12182A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652" y="723481"/>
            <a:ext cx="10399207" cy="779882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(Основной текст)"/>
              </a:rPr>
              <a:t>Постановка цели и задач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6AFF2B-8FA5-FB9C-ABE9-714B869D09A5}"/>
              </a:ext>
            </a:extLst>
          </p:cNvPr>
          <p:cNvSpPr txBox="1"/>
          <p:nvPr/>
        </p:nvSpPr>
        <p:spPr>
          <a:xfrm>
            <a:off x="1239711" y="1674673"/>
            <a:ext cx="9712578" cy="36445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Цель: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Приобрести практические навыки построения и базовой настройки прототипа компьютерной сети в симуляторе Cisco Packet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Tracer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для обеспечения требований, определенных на предыдущем этапе проектирования.</a:t>
            </a:r>
          </a:p>
          <a:p>
            <a:pPr algn="just">
              <a:spcBef>
                <a:spcPts val="450"/>
              </a:spcBef>
              <a:spcAft>
                <a:spcPts val="600"/>
              </a:spcAft>
            </a:pPr>
            <a:r>
              <a:rPr lang="ru-RU" b="1" i="0" dirty="0">
                <a:solidFill>
                  <a:srgbClr val="0F1115"/>
                </a:solidFill>
                <a:effectLst/>
                <a:latin typeface="quote-cjk-patch"/>
              </a:rPr>
              <a:t>Задачи:</a:t>
            </a:r>
            <a:endParaRPr lang="ru-RU" dirty="0">
              <a:solidFill>
                <a:srgbClr val="0F1115"/>
              </a:solidFill>
              <a:latin typeface="quote-cjk-patch"/>
            </a:endParaRPr>
          </a:p>
          <a:p>
            <a:pPr marL="342900" indent="-342900" algn="just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Реализовать в симуляторе спроектированную в ЛР№2 схему сети.</a:t>
            </a:r>
          </a:p>
          <a:p>
            <a:pPr marL="342900" indent="-342900" algn="just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Выполнить базовую конфигурацию сетевых устройств (коммутаторов, маршрутизаторов).</a:t>
            </a:r>
          </a:p>
          <a:p>
            <a:pPr marL="342900" indent="-342900" algn="just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Настроить VLAN (виртуальные локальные сети) для логического разделения трафика (при необходимости).</a:t>
            </a:r>
          </a:p>
          <a:p>
            <a:pPr marL="342900" indent="-342900" algn="just">
              <a:spcBef>
                <a:spcPts val="450"/>
              </a:spcBef>
              <a:spcAft>
                <a:spcPts val="600"/>
              </a:spcAft>
              <a:buFont typeface="+mj-lt"/>
              <a:buAutoNum type="arabicPeriod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Обеспечить сетевую связность между ключевыми узлами, в первую очередь — рабочими станциями и сервером БД.</a:t>
            </a:r>
          </a:p>
        </p:txBody>
      </p:sp>
    </p:spTree>
    <p:extLst>
      <p:ext uri="{BB962C8B-B14F-4D97-AF65-F5344CB8AC3E}">
        <p14:creationId xmlns:p14="http://schemas.microsoft.com/office/powerpoint/2010/main" val="4170118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CD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33652" y="723481"/>
            <a:ext cx="10399207" cy="779882"/>
          </a:xfrm>
        </p:spPr>
        <p:txBody>
          <a:bodyPr>
            <a:normAutofit/>
          </a:bodyPr>
          <a:lstStyle/>
          <a:p>
            <a:r>
              <a:rPr lang="ru-RU" sz="4000" b="1" dirty="0">
                <a:latin typeface="Arial (Основной текст)"/>
              </a:rPr>
              <a:t>План выполнения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9290538" y="6332358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4FE2C09-18A1-421A-BEE4-20C50356DAEC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Arial (Основной текст)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ru-RU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2784843" y="8073389"/>
            <a:ext cx="5134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(Основной текст)"/>
                <a:cs typeface="Gotham Pro Medium" panose="02000603030000020004" pitchFamily="50" charset="0"/>
              </a:rPr>
              <a:t>«Синергия – больше, чем образование!» </a:t>
            </a:r>
          </a:p>
        </p:txBody>
      </p:sp>
      <p:sp>
        <p:nvSpPr>
          <p:cNvPr id="14" name="Равнобедренный треугольник 13"/>
          <p:cNvSpPr/>
          <p:nvPr/>
        </p:nvSpPr>
        <p:spPr>
          <a:xfrm>
            <a:off x="4322702" y="-496442"/>
            <a:ext cx="216568" cy="11480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21" name="Равнобедренный треугольник 20"/>
          <p:cNvSpPr/>
          <p:nvPr/>
        </p:nvSpPr>
        <p:spPr>
          <a:xfrm>
            <a:off x="3086877" y="-496442"/>
            <a:ext cx="216568" cy="114801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 (Основной текст)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98C5DF-1E4B-4446-AD75-D0902436944C}"/>
              </a:ext>
            </a:extLst>
          </p:cNvPr>
          <p:cNvSpPr txBox="1"/>
          <p:nvPr/>
        </p:nvSpPr>
        <p:spPr>
          <a:xfrm>
            <a:off x="933652" y="2286961"/>
            <a:ext cx="103992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0000" algn="just">
              <a:spcAft>
                <a:spcPts val="2000"/>
              </a:spcAft>
            </a:pPr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В соответствии с выбранной в ходе выполнения ЛР№1 темой, и разработанной в ходе ЛР№2 конфигурации сети, используя Cisco Packet </a:t>
            </a:r>
            <a:r>
              <a:rPr lang="ru-RU" sz="2400" b="0" i="0" dirty="0" err="1">
                <a:solidFill>
                  <a:srgbClr val="1D2125"/>
                </a:solidFill>
                <a:effectLst/>
                <a:latin typeface="Arial (Основной текст)"/>
              </a:rPr>
              <a:t>Tracer</a:t>
            </a:r>
            <a:r>
              <a:rPr lang="ru-RU" sz="2400" b="0" i="0" dirty="0">
                <a:solidFill>
                  <a:srgbClr val="1D2125"/>
                </a:solidFill>
                <a:effectLst/>
                <a:latin typeface="Arial (Основной текст)"/>
              </a:rPr>
              <a:t>, построить прототип компьютерной сети для обеспечения бесперебойной работы серверов БД. </a:t>
            </a:r>
          </a:p>
        </p:txBody>
      </p:sp>
    </p:spTree>
    <p:extLst>
      <p:ext uri="{BB962C8B-B14F-4D97-AF65-F5344CB8AC3E}">
        <p14:creationId xmlns:p14="http://schemas.microsoft.com/office/powerpoint/2010/main" val="1123852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11388</TotalTime>
  <Words>162</Words>
  <Application>Microsoft Office PowerPoint</Application>
  <PresentationFormat>Широкоэкранный</PresentationFormat>
  <Paragraphs>22</Paragraphs>
  <Slides>4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4</vt:i4>
      </vt:variant>
    </vt:vector>
  </HeadingPairs>
  <TitlesOfParts>
    <vt:vector size="12" baseType="lpstr">
      <vt:lpstr>quote-cjk-patch</vt:lpstr>
      <vt:lpstr>TT Norms Pro Light</vt:lpstr>
      <vt:lpstr>Arial</vt:lpstr>
      <vt:lpstr>Arial (Основной текст)</vt:lpstr>
      <vt:lpstr>TT Norms Pro ExtraBold</vt:lpstr>
      <vt:lpstr>Calibri</vt:lpstr>
      <vt:lpstr>Тема Office</vt:lpstr>
      <vt:lpstr>2_Тема Office</vt:lpstr>
      <vt:lpstr>Серверы баз данных</vt:lpstr>
      <vt:lpstr>Конфигурирование сети</vt:lpstr>
      <vt:lpstr>Постановка цели и задач</vt:lpstr>
      <vt:lpstr>План выполнения</vt:lpstr>
    </vt:vector>
  </TitlesOfParts>
  <Company>Synergy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Личный бренд и продажи через Instagram</dc:title>
  <dc:creator>Горина Екатерина Леонидовна</dc:creator>
  <cp:lastModifiedBy>Ауд-Нагатинская-807 Преподаватель</cp:lastModifiedBy>
  <cp:revision>477</cp:revision>
  <cp:lastPrinted>2021-11-03T09:18:53Z</cp:lastPrinted>
  <dcterms:created xsi:type="dcterms:W3CDTF">2018-06-25T11:25:43Z</dcterms:created>
  <dcterms:modified xsi:type="dcterms:W3CDTF">2025-10-24T06:13:47Z</dcterms:modified>
</cp:coreProperties>
</file>